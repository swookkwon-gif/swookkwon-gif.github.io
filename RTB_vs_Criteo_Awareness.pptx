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/>
            </a:pPr>
            <a:r>
              <a:t>Brand Awareness Gap in Korea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Criteo dominates local content &amp; SEO, while RTB House lacks Korean visibility.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  <a:gridCol w="219456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Local Market Metric (Korea)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Criteo Korea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RTB House Korea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Active Local Blog, Website &amp; SEO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990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C0000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Quarterly Korean Whitepapers &amp;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990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C0000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Local PR, News &amp; Executive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990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C0000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Public Local Case Studies (Tier-1 Brands)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990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C0000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Flagship Offline Events (e.g., Summit)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990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C0000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💡 Action Plan (First 6 Months):</a:t>
            </a:r>
          </a:p>
          <a:p>
            <a:pPr lvl="1">
              <a:defRPr sz="1600"/>
            </a:pPr>
            <a:r>
              <a:t>1. Global Content: Translate top global Deep Learning whitepapers to Korean.</a:t>
            </a:r>
          </a:p>
          <a:p>
            <a:pPr lvl="1">
              <a:defRPr sz="1600"/>
            </a:pPr>
            <a:r>
              <a:t>2. Local Content: Create massive blog &amp; news articles in Korean (Target: 100+ items).</a:t>
            </a:r>
          </a:p>
          <a:p>
            <a:pPr lvl="1">
              <a:defRPr sz="1600"/>
            </a:pPr>
            <a:r>
              <a:t>3. Proof: Publish 3 new local Tier-1 brand success stories.</a:t>
            </a:r>
          </a:p>
          <a:p>
            <a:pPr lvl="1">
              <a:defRPr sz="1600"/>
            </a:pPr>
            <a:r>
              <a:t>4. Community: Launch the bi-annual 'Incrementality Summit Korea'.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